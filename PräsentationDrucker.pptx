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78" r:id="rId3"/>
    <p:sldMasterId id="2147483688" r:id="rId4"/>
    <p:sldMasterId id="2147483693" r:id="rId5"/>
  </p:sldMasterIdLst>
  <p:notesMasterIdLst>
    <p:notesMasterId r:id="rId10"/>
  </p:notesMasterIdLst>
  <p:sldIdLst>
    <p:sldId id="256" r:id="rId6"/>
    <p:sldId id="261" r:id="rId7"/>
    <p:sldId id="258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867" userDrawn="1">
          <p15:clr>
            <a:srgbClr val="A4A3A4"/>
          </p15:clr>
        </p15:guide>
        <p15:guide id="4" orient="horz" pos="229" userDrawn="1">
          <p15:clr>
            <a:srgbClr val="A4A3A4"/>
          </p15:clr>
        </p15:guide>
        <p15:guide id="5" orient="horz" pos="680" userDrawn="1">
          <p15:clr>
            <a:srgbClr val="A4A3A4"/>
          </p15:clr>
        </p15:guide>
        <p15:guide id="6" orient="horz" pos="914" userDrawn="1">
          <p15:clr>
            <a:srgbClr val="A4A3A4"/>
          </p15:clr>
        </p15:guide>
        <p15:guide id="7" orient="horz" pos="4121" userDrawn="1">
          <p15:clr>
            <a:srgbClr val="A4A3A4"/>
          </p15:clr>
        </p15:guide>
        <p15:guide id="8" orient="horz" pos="945" userDrawn="1">
          <p15:clr>
            <a:srgbClr val="A4A3A4"/>
          </p15:clr>
        </p15:guide>
        <p15:guide id="9" pos="452" userDrawn="1">
          <p15:clr>
            <a:srgbClr val="A4A3A4"/>
          </p15:clr>
        </p15:guide>
        <p15:guide id="10" pos="7231" userDrawn="1">
          <p15:clr>
            <a:srgbClr val="A4A3A4"/>
          </p15:clr>
        </p15:guide>
        <p15:guide id="11" pos="3932" userDrawn="1">
          <p15:clr>
            <a:srgbClr val="A4A3A4"/>
          </p15:clr>
        </p15:guide>
        <p15:guide id="12" pos="3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20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-408" y="-104"/>
      </p:cViewPr>
      <p:guideLst>
        <p:guide orient="horz" pos="2160"/>
        <p:guide orient="horz" pos="3867"/>
        <p:guide orient="horz" pos="229"/>
        <p:guide orient="horz" pos="680"/>
        <p:guide orient="horz" pos="914"/>
        <p:guide orient="horz" pos="4121"/>
        <p:guide orient="horz" pos="945"/>
        <p:guide pos="3840"/>
        <p:guide pos="452"/>
        <p:guide pos="7231"/>
        <p:guide pos="3932"/>
        <p:guide pos="3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593-098D-4382-9647-35487FA190B4}" type="datetimeFigureOut">
              <a:rPr lang="de-DE" smtClean="0"/>
              <a:t>22.05.19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3A5D1-80BE-4AF1-A18B-8D2CA75BFD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65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w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w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w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w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w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w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w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w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wmf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wm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Mai 22, 2019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xmlns="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xmlns="" id="{C575106C-3CD7-FE4D-97C8-190DE4ECDE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xmlns="" id="{470EED4F-3BF2-0241-A831-A9A96AFFE9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705" y="1498600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xmlns="" id="{EAAA6AD5-C75F-0846-B79B-823B288EFF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295" y="1510821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040694225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6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xmlns="" id="{77943244-8079-C343-9249-D13695A8447F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xmlns="" id="{3004A059-65DF-B340-AD61-079AA367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xmlns="" id="{488F6906-E0DF-3A4F-A375-7B9D3F4EA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6000" y="225000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Mai 22, 2019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xmlns="" id="{3479D9D2-52F2-0247-AF3C-3AA30091C9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5258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6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325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xmlns="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9583798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Mai 22, 2019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xmlns="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xmlns="" id="{96AC28FB-499D-1849-BB5A-4F591E32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xmlns="" id="{F2D1C116-76C7-2248-9B28-093803C43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029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xmlns="" id="{357D0EB7-C39F-6D4A-A3C7-303DC7C8CC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770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266145622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60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xmlns="" id="{42174EAA-6533-1245-B1A2-E6E16AF28528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2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xmlns="" id="{DA5B3661-9CFB-FB40-B406-C44AAF2F6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xmlns="" id="{6CE9E062-1775-864A-90AB-4D742F810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Mai 22, 2019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xmlns="" id="{997D15C1-C7AC-7A4D-8A57-9FDCE7B97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063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60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241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xmlns="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886932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Mai 22, 2019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xmlns="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xmlns="" id="{CA622DFD-BA6C-284F-9623-ED074C94A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xmlns="" id="{F3E97099-16DC-FB42-BC6A-1770FEA02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79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xmlns="" id="{A25C51E1-4750-2945-85F5-2DB74E1241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421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130822497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60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xmlns="" id="{D9301872-D993-6045-BA77-C2A4043FA6B1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3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xmlns="" id="{C774AA1D-ECDF-CB41-A570-3B4444D2B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xmlns="" id="{F9149E62-8F23-A64A-AB86-461836AFA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Mai 22, 2019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xmlns="" id="{CE926752-3C17-B642-9FCE-11E041587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67067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60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422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xmlns="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076564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Mai 22, 2019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xmlns="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xmlns="" id="{9942C24D-DF7B-5744-BA14-C2D4B5049F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xmlns="" id="{E29E83A8-566C-B64B-BC0B-C9D0D2A3F3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4211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xmlns="" id="{5B73649C-D81F-1743-8227-99DDA6EF1F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3789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836023397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60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xmlns="" id="{B30AFB43-4D8B-DB47-8F90-D120B798617A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5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xmlns="" id="{36734F59-8635-D44A-BA87-6B7074A8E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xmlns="" id="{5E062F0B-6D27-F54A-90C2-233991048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Mai 22, 2019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xmlns="" id="{30BE5F75-8B1B-6A4C-B19E-CA01BCB61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84266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60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027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xmlns="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1845918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Mai 22, 2019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xmlns="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xmlns="" id="{FF187481-CEE0-E244-8D19-C6D3BF17E1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xmlns="" id="{8F3AA80C-8F3E-4448-BA17-C530AE93C3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505" y="1497600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xmlns="" id="{A7EA0E5A-7CE1-B542-A43B-F1A4A933F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19495" y="1485648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91635854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60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xmlns="" id="{FA1D36DE-01A5-9342-ADB5-21326DEA0306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6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xmlns="" id="{1D258094-06EC-7A4A-A554-EFD3FBB51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xmlns="" id="{432C1932-A302-9D42-981A-17F9E3A17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Mai 22, 2019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xmlns="" id="{7DCCB39A-DB2B-5543-8C44-8F9D49BAE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1052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60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2316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xmlns="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8201275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2.xml"/><Relationship Id="rId6" Type="http://schemas.openxmlformats.org/officeDocument/2006/relationships/image" Target="../media/image1.wmf"/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theme" Target="../theme/theme3.xml"/><Relationship Id="rId6" Type="http://schemas.openxmlformats.org/officeDocument/2006/relationships/image" Target="../media/image1.wmf"/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theme" Target="../theme/theme4.xml"/><Relationship Id="rId6" Type="http://schemas.openxmlformats.org/officeDocument/2006/relationships/image" Target="../media/image1.wmf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theme" Target="../theme/theme5.xml"/><Relationship Id="rId6" Type="http://schemas.openxmlformats.org/officeDocument/2006/relationships/image" Target="../media/image1.wmf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xmlns="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xmlns="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xmlns="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xmlns="" id="{22EEA21B-970F-3640-8788-C21A9CC415C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0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4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xmlns="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xmlns="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xmlns="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xmlns="" id="{31321676-94A1-7044-A81A-D8AF84667CD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2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xmlns="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xmlns="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xmlns="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xmlns="" id="{39AA27C4-5879-AA48-9BFE-A4EA4531032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5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xmlns="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5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xmlns="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xmlns="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xmlns="" id="{7E49E5BC-3D57-D44A-B305-C0E3893B541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2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xmlns="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946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6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xmlns="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xmlns="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xmlns="" id="{60324984-8636-8D46-ADB9-D5CB3101D4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0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xmlns="" id="{8E071B69-FEF1-491F-8D7B-F0161F555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xmlns="" id="{DEBEF68A-5D71-4916-AA70-5D6358403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4B37-A53A-4778-9231-098D69C675D2}" type="datetime4">
              <a:rPr lang="de-DE" smtClean="0"/>
              <a:pPr/>
              <a:t>Mai 22, 2019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xmlns="" id="{5191B196-3516-4066-A08A-D9B57BD76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  <a:endParaRPr lang="de-DE" dirty="0"/>
          </a:p>
        </p:txBody>
      </p:sp>
      <p:sp>
        <p:nvSpPr>
          <p:cNvPr id="2" name="Bildplatzhalter 1">
            <a:extLst>
              <a:ext uri="{FF2B5EF4-FFF2-40B4-BE49-F238E27FC236}">
                <a16:creationId xmlns:a16="http://schemas.microsoft.com/office/drawing/2014/main" xmlns="" id="{656E1474-1957-774F-AEE6-6A9BA284DA4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xmlns="" id="{45288A34-100B-CC46-AC7C-4F1644C0BD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xmlns="" id="{85F9D7C0-CB70-3F43-A148-7C692B5C11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3301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F6CDCB29-B033-824F-9579-DE7C9ACEF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6000" y="2250000"/>
            <a:ext cx="8690399" cy="2358000"/>
          </a:xfrm>
        </p:spPr>
        <p:txBody>
          <a:bodyPr/>
          <a:lstStyle/>
          <a:p>
            <a:r>
              <a:rPr lang="de-DE" dirty="0"/>
              <a:t>Titel der Präsentation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xmlns="" id="{4DA9B5AA-E63F-EE47-9BC2-E53EBF38A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2975-D8C2-4BA9-A85C-A39EEEE43493}" type="datetime4">
              <a:rPr lang="de-DE" smtClean="0"/>
              <a:pPr/>
              <a:t>Mai 22, 2019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xmlns="" id="{2F0FFBE0-85A9-954B-8F08-37999726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7225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 der Textfolie einzeilig oder zweizeilig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Zwischenheadline </a:t>
            </a:r>
          </a:p>
          <a:p>
            <a:pPr lvl="1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.</a:t>
            </a:r>
          </a:p>
          <a:p>
            <a:pPr lvl="1"/>
            <a:endParaRPr lang="de-DE" dirty="0"/>
          </a:p>
          <a:p>
            <a:pPr lvl="1"/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</a:t>
            </a:r>
          </a:p>
          <a:p>
            <a:pPr lvl="1"/>
            <a:endParaRPr lang="de-DE" dirty="0"/>
          </a:p>
          <a:p>
            <a:pPr lvl="2"/>
            <a:r>
              <a:rPr lang="de-DE" dirty="0"/>
              <a:t>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endParaRPr lang="de-DE" dirty="0"/>
          </a:p>
          <a:p>
            <a:pPr lvl="2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de-DE" dirty="0"/>
          </a:p>
          <a:p>
            <a:pPr lvl="3"/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</a:p>
          <a:p>
            <a:pPr lvl="3"/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</a:t>
            </a:r>
            <a:endParaRPr lang="de-DE" sz="140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1772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Listenebenen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2"/>
          </p:nvPr>
        </p:nvSpPr>
        <p:spPr>
          <a:xfrm>
            <a:off x="2062164" y="1447200"/>
            <a:ext cx="8067675" cy="2343964"/>
          </a:xfrm>
        </p:spPr>
        <p:txBody>
          <a:bodyPr/>
          <a:lstStyle/>
          <a:p>
            <a:pPr lvl="1"/>
            <a:r>
              <a:rPr lang="de-DE" dirty="0"/>
              <a:t>Es stehen vier Textebenen zur Verfügung und sind im Master angelegt. Die einzelnen Ebenen können Sie über die Schaltflächen „Listenebenen erhöhen“ und „Listenebenen verringern“ einstellen!</a:t>
            </a:r>
          </a:p>
          <a:p>
            <a:pPr lvl="1"/>
            <a:endParaRPr lang="de-DE" dirty="0"/>
          </a:p>
          <a:p>
            <a:r>
              <a:rPr lang="de-DE" dirty="0"/>
              <a:t>Ebene 1, Zwischenheadline, 18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Ebene 2, ohne Einzug, 18 </a:t>
            </a:r>
            <a:r>
              <a:rPr lang="de-DE" dirty="0" err="1"/>
              <a:t>pt</a:t>
            </a:r>
            <a:endParaRPr lang="de-DE" dirty="0"/>
          </a:p>
          <a:p>
            <a:pPr lvl="2"/>
            <a:r>
              <a:rPr lang="de-DE" dirty="0"/>
              <a:t>Ebene 3, mit Einzug, 18 </a:t>
            </a:r>
            <a:r>
              <a:rPr lang="de-DE" dirty="0" err="1"/>
              <a:t>pt</a:t>
            </a:r>
            <a:endParaRPr lang="de-DE" dirty="0"/>
          </a:p>
          <a:p>
            <a:pPr lvl="3"/>
            <a:r>
              <a:rPr lang="de-DE" dirty="0"/>
              <a:t>Ebene 4, mit Einzug, 18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4</a:t>
            </a:fld>
            <a:endParaRPr lang="de-DE"/>
          </a:p>
        </p:txBody>
      </p:sp>
      <p:pic>
        <p:nvPicPr>
          <p:cNvPr id="10" name="Bild 6">
            <a:extLst>
              <a:ext uri="{FF2B5EF4-FFF2-40B4-BE49-F238E27FC236}">
                <a16:creationId xmlns:a16="http://schemas.microsoft.com/office/drawing/2014/main" xmlns="" id="{245B6172-18F2-4D0A-8190-44E55FAD2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337" y="4554317"/>
            <a:ext cx="8064502" cy="1285369"/>
          </a:xfrm>
          <a:prstGeom prst="rect">
            <a:avLst/>
          </a:prstGeom>
          <a:ln w="12700" cmpd="sng">
            <a:noFill/>
          </a:ln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xmlns="" id="{BFC0E2D0-3A17-4BFB-A3B1-3E1D105B9332}"/>
              </a:ext>
            </a:extLst>
          </p:cNvPr>
          <p:cNvSpPr/>
          <p:nvPr/>
        </p:nvSpPr>
        <p:spPr>
          <a:xfrm>
            <a:off x="8200638" y="4945894"/>
            <a:ext cx="507932" cy="507932"/>
          </a:xfrm>
          <a:prstGeom prst="ellipse">
            <a:avLst/>
          </a:prstGeom>
          <a:noFill/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xmlns="" id="{97A3FDA5-4DA2-48CE-9BFE-49A8BC8E01BF}"/>
              </a:ext>
            </a:extLst>
          </p:cNvPr>
          <p:cNvCxnSpPr/>
          <p:nvPr/>
        </p:nvCxnSpPr>
        <p:spPr>
          <a:xfrm>
            <a:off x="8453568" y="4305715"/>
            <a:ext cx="0" cy="458283"/>
          </a:xfrm>
          <a:prstGeom prst="straightConnector1">
            <a:avLst/>
          </a:prstGeom>
          <a:ln w="3175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293032"/>
      </p:ext>
    </p:extLst>
  </p:cSld>
  <p:clrMapOvr>
    <a:masterClrMapping/>
  </p:clrMapOvr>
</p:sld>
</file>

<file path=ppt/theme/theme1.xml><?xml version="1.0" encoding="utf-8"?>
<a:theme xmlns:a="http://schemas.openxmlformats.org/drawingml/2006/main" name="HTWK_Praesentation_16-9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HTWK_Praesentation_16-9" id="{1FEA0790-483C-694F-BB74-62ABC0BEEE2F}" vid="{8501C412-F393-B646-9B96-1DF6D2826D91}"/>
    </a:ext>
  </a:extLst>
</a:theme>
</file>

<file path=ppt/theme/theme2.xml><?xml version="1.0" encoding="utf-8"?>
<a:theme xmlns:a="http://schemas.openxmlformats.org/drawingml/2006/main" name="HTWK Magenta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HTWK_Praesentation_16-9" id="{1FEA0790-483C-694F-BB74-62ABC0BEEE2F}" vid="{EFED7CB0-8CF4-D44F-9260-9E79D17BFAAA}"/>
    </a:ext>
  </a:extLst>
</a:theme>
</file>

<file path=ppt/theme/theme3.xml><?xml version="1.0" encoding="utf-8"?>
<a:theme xmlns:a="http://schemas.openxmlformats.org/drawingml/2006/main" name="HTWK Grü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HTWK_Praesentation_16-9" id="{1FEA0790-483C-694F-BB74-62ABC0BEEE2F}" vid="{E391D94D-EE63-D349-B7DE-98ADF560723F}"/>
    </a:ext>
  </a:extLst>
</a:theme>
</file>

<file path=ppt/theme/theme4.xml><?xml version="1.0" encoding="utf-8"?>
<a:theme xmlns:a="http://schemas.openxmlformats.org/drawingml/2006/main" name="HTWK Cya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HTWK_Praesentation_16-9" id="{1FEA0790-483C-694F-BB74-62ABC0BEEE2F}" vid="{A51D0A69-4D8E-524F-9B0E-CEBB36F378F6}"/>
    </a:ext>
  </a:extLst>
</a:theme>
</file>

<file path=ppt/theme/theme5.xml><?xml version="1.0" encoding="utf-8"?>
<a:theme xmlns:a="http://schemas.openxmlformats.org/drawingml/2006/main" name="HTWK Blau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HTWK_Praesentation_16-9" id="{1FEA0790-483C-694F-BB74-62ABC0BEEE2F}" vid="{9DD5615B-4FDE-C14E-84FA-48ACAD4DD175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HTWK_Praesentation_16-9.potx</Template>
  <TotalTime>0</TotalTime>
  <Words>264</Words>
  <Application>Microsoft Macintosh PowerPoint</Application>
  <PresentationFormat>Benutzerdefiniert</PresentationFormat>
  <Paragraphs>27</Paragraphs>
  <Slides>4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5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HTWK_Praesentation_16-9</vt:lpstr>
      <vt:lpstr>HTWK Magenta</vt:lpstr>
      <vt:lpstr>HTWK Grün</vt:lpstr>
      <vt:lpstr>HTWK Cyan</vt:lpstr>
      <vt:lpstr>HTWK Blau</vt:lpstr>
      <vt:lpstr>Titel der Präsentation</vt:lpstr>
      <vt:lpstr>Titel der Präsentation</vt:lpstr>
      <vt:lpstr>Titel der Textfolie einzeilig oder zweizeilig</vt:lpstr>
      <vt:lpstr>Die Listenebenen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</dc:title>
  <dc:creator>Paulin Alter</dc:creator>
  <cp:lastModifiedBy>Christin Schulz</cp:lastModifiedBy>
  <cp:revision>3</cp:revision>
  <dcterms:created xsi:type="dcterms:W3CDTF">2019-01-10T16:04:56Z</dcterms:created>
  <dcterms:modified xsi:type="dcterms:W3CDTF">2019-05-22T15:48:02Z</dcterms:modified>
</cp:coreProperties>
</file>